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Smart Dossier turns property-related procedures into a clear, trackable digital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citizen and business flow: submit, keep the code, track the status and know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the public flow to operations: the queue helps staff decide what needs attention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traceability: status, phase and responsibility are visible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the executive view: they show where time is lost and what should be handled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product story: a clear start for the public, a clear queue for staff and clear reporting for managers.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E4385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03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DOSSIER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made clear.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3822192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digital workspace for applications, case tracking, operational queues and management reporting.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66928" y="4882896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123F7E"/>
          </a:solidFill>
          <a:ln w="12700">
            <a:solidFill>
              <a:srgbClr val="315F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93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citizens, businesses, operators and administrators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6984" y="740664"/>
            <a:ext cx="6016752" cy="3355848"/>
          </a:xfrm>
          <a:prstGeom prst="roundRect">
            <a:avLst>
              <a:gd name="adj" fmla="val 3815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10" name="Image 0" descr="Applicatio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786384"/>
            <a:ext cx="5925312" cy="32644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0" y="4270248"/>
            <a:ext cx="5376672" cy="281635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12" name="Image 1" descr="Dossier queu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315968"/>
            <a:ext cx="5285232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SERVICE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23015" y="2926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BBD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guided path from request to status.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applicant submits the request, receives a tracking code and follows the next step without calling the office.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2167128"/>
            <a:ext cx="5623560" cy="3145536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8" name="Image 0" descr="Application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12848"/>
            <a:ext cx="5532120" cy="3054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67128"/>
            <a:ext cx="4828032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10" name="Image 1" descr="Public tracking stat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12848"/>
            <a:ext cx="4736592" cy="15179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37960" y="4096512"/>
            <a:ext cx="47365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858000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for non-experts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6858000" y="4800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Application, documents and tracking are separated into clear steps.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41248" y="5669280"/>
            <a:ext cx="10652760" cy="530352"/>
          </a:xfrm>
          <a:prstGeom prst="roundRect">
            <a:avLst>
              <a:gd name="adj" fmla="val 20690"/>
            </a:avLst>
          </a:prstGeom>
          <a:solidFill>
            <a:srgbClr val="06285A"/>
          </a:solidFill>
          <a:ln w="12700">
            <a:solidFill>
              <a:srgbClr val="0628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8992" y="5852160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fewer unclear visits, fewer missing documents and a visible case status.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WORKSPACE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23015" y="2926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BBD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 queue that shows priorities first.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are grouped by phase, status, deadline and responsibility.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7726680" cy="427939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8" name="Image 0" descr="Dossier categories and board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57400"/>
            <a:ext cx="7635240" cy="4187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13648" y="2057400"/>
            <a:ext cx="2926080" cy="4187952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87968" y="23591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team sees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87968" y="3063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601200" y="31821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cases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87968" y="38587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B31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60120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attention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87968" y="46542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960120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87968" y="5449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2B8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9601200" y="5568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unassigned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23015" y="2926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BBD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case has a visible timeline.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can see the current phase, upcoming institution and progress toward completion.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404872"/>
            <a:ext cx="10588752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9" name="Image 0" descr="Case 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50592"/>
            <a:ext cx="10497312" cy="9326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4160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DCEE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phase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32688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submitted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61688" y="4160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36008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check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36008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verification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65008" y="41605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39328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body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39328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institution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60120" y="592531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simple: everyone talks about the same case, the same phase and the same next step.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23015" y="2926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BBD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turn daily work into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Managers see risk, deadlines, workload and bottlenecks without opening every case.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7086600" cy="354787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AFC8EA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8" name="Image 0" descr="Operational re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57400"/>
            <a:ext cx="6995160" cy="3456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28432" y="2057400"/>
            <a:ext cx="352044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BBD2F0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for action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321040" y="30540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B31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9034272" y="3172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 or waiting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3840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034272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alerts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21040" y="4626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E8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9034272" y="4745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F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operator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8368" y="5797296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06285A"/>
          </a:solidFill>
          <a:ln w="12700">
            <a:solidFill>
              <a:srgbClr val="0628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5971032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makes the next management action obvious.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03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B8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STANDS 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5486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story.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26517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public request to management visibility.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777240"/>
            <a:ext cx="5166360" cy="2880360"/>
          </a:xfrm>
          <a:prstGeom prst="roundRect">
            <a:avLst>
              <a:gd name="adj" fmla="val 4444"/>
            </a:avLst>
          </a:prstGeom>
          <a:solidFill>
            <a:srgbClr val="103D7E"/>
          </a:solidFill>
          <a:ln w="12700">
            <a:solidFill>
              <a:srgbClr val="315F9C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7" name="Image 0" descr="Application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822960"/>
            <a:ext cx="507492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0" y="3995928"/>
            <a:ext cx="4407408" cy="2221992"/>
          </a:xfrm>
          <a:prstGeom prst="roundRect">
            <a:avLst>
              <a:gd name="adj" fmla="val 5761"/>
            </a:avLst>
          </a:prstGeom>
          <a:solidFill>
            <a:srgbClr val="103D7E"/>
          </a:solidFill>
          <a:ln w="12700">
            <a:solidFill>
              <a:srgbClr val="315F9C"/>
            </a:solidFill>
            <a:prstDash val="solid"/>
          </a:ln>
          <a:effectLst>
            <a:outerShdw sx="100000" sy="100000" kx="0" ky="0" algn="bl" rotWithShape="0" blurRad="12700" dist="50800" dir="2700000">
              <a:srgbClr val="C4D6EE">
                <a:alpha val="20000"/>
              </a:srgbClr>
            </a:outerShdw>
          </a:effectLst>
        </p:spPr>
      </p:sp>
      <p:pic>
        <p:nvPicPr>
          <p:cNvPr id="9" name="Image 1" descr="Reports p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041648"/>
            <a:ext cx="4315968" cy="21305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33375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97280" y="3319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public access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97280" y="36667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FE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 and businesses know where to start.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" y="4087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clarity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097280" y="44165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FE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see priority, status and ownership.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6928" y="48371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97280" y="4818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confidence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97280" y="51663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FE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sees risk and deadlines clearly.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66928" y="5815584"/>
            <a:ext cx="510235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600760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flow: Apply -&gt; Track -&gt; Process -&gt; Report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Dossier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Dossier - property dossier platform</dc:title>
  <dc:subject>Hackathon jury presentation</dc:subject>
  <dc:creator>Smart Dossier</dc:creator>
  <cp:lastModifiedBy>Smart Dossier</cp:lastModifiedBy>
  <cp:revision>1</cp:revision>
  <dcterms:created xsi:type="dcterms:W3CDTF">2026-06-20T21:51:13Z</dcterms:created>
  <dcterms:modified xsi:type="dcterms:W3CDTF">2026-06-20T21:51:13Z</dcterms:modified>
</cp:coreProperties>
</file>